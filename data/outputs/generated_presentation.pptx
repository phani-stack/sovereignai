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Sovereign AI Presentation</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Sovereign AI Presentation - 1</a:t>
            </a:r>
          </a:p>
        </p:txBody>
      </p:sp>
      <p:sp>
        <p:nvSpPr>
          <p:cNvPr id="3" name="Content Placeholder 2"/>
          <p:cNvSpPr>
            <a:spLocks noGrp="1"/>
          </p:cNvSpPr>
          <p:nvPr>
            <p:ph idx="1"/>
          </p:nvPr>
        </p:nvSpPr>
        <p:spPr/>
        <p:txBody>
          <a:bodyPr/>
          <a:lstStyle/>
          <a:p>
            <a:pPr/>
            <a:r>
              <a:t>### Slide 2: Introduction to DrafticBob</a:t>
            </a:r>
          </a:p>
          <a:p>
            <a:pPr/>
            <a:r>
              <a:t>DrafticBob is an AI-powered productivity platform that leverages Natural Language Processing (NLP) to automate and optimize business operations. Our mission is to streamline workflows, enhance communication, and increase efficiency for businesses of all sizes.</a:t>
            </a:r>
          </a:p>
          <a:p>
            <a:pPr/>
            <a:r>
              <a:t>### Slide 3: Our Mission</a:t>
            </a:r>
          </a:p>
          <a:p>
            <a:pPr/>
            <a:r>
              <a:t>At DrafticBob, our goal is to empower businesses by automating routine tasks and streamlining communication, thereby freeing up valuable time and resources for more strategic activities.</a:t>
            </a:r>
          </a:p>
          <a:p>
            <a:pPr/>
            <a:r>
              <a:t>### Slide 4: Key Features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Sovereign AI Presentation - 2</a:t>
            </a:r>
          </a:p>
        </p:txBody>
      </p:sp>
      <p:sp>
        <p:nvSpPr>
          <p:cNvPr id="3" name="Content Placeholder 2"/>
          <p:cNvSpPr>
            <a:spLocks noGrp="1"/>
          </p:cNvSpPr>
          <p:nvPr>
            <p:ph idx="1"/>
          </p:nvPr>
        </p:nvSpPr>
        <p:spPr/>
        <p:txBody>
          <a:bodyPr/>
          <a:lstStyle/>
          <a:p>
            <a:pPr/>
            <a:r>
              <a:t>- **Automated Workflow Management:** DrafticBob streamlines repetitive tasks, reducing manual effort and minimizing errors.</a:t>
            </a:r>
          </a:p>
          <a:p>
            <a:pPr/>
            <a:r>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